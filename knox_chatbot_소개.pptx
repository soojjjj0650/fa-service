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5029200" cy="502920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2011680"/>
            <a:ext cx="4114800" cy="411480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통화품질 분석
FA 대응 챗봇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Knox Messenger 기반 자동 분석 서비스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무선 사업부  |  통화품질 개선 TF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</a:rPr>
              <a:t>목  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배경 및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FA 미결건 처리의 어려움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10972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서비스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챗봇이 하는 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10972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90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주요 기능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어떤 기능이 있나요?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88036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2880360"/>
            <a:ext cx="10972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90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383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동작 흐름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749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SN 입력부터 결과까지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10972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98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자동화 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매일 알아서 돌아가는 방식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38912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389120"/>
            <a:ext cx="10972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4498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892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기대 효과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257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도입 후 달라지는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</a:rPr>
              <a:t>배경 및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FA 미결건 처리, 이런 불편함이 있었습니다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매일 아침
이메일 수동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FA 미결건 엑셀 파일을
매일 직접 다운로드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137160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2" y="16459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SN별 수동
데이터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520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시스템에서 하나씩
직접 검색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37160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4304" y="16459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수작업
분석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3520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통화품질 데이터를
수동으로 정리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9136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37160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16459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결과 전달
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520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분석 완료까지
시간이 오래 소요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52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5A9E"/>
                </a:solidFill>
              </a:rPr>
              <a:t>💡  이 모든 과정을 자동화할 수 없을까?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</a:rPr>
              <a:t>서비스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Knox 챗봇에 SN을 입력하면 분석 결과를 자동으로 받아볼 수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554480"/>
            <a:ext cx="237744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554480"/>
            <a:ext cx="23774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SN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Knox 챗봇에
단말 SN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926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1554480"/>
            <a:ext cx="237744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5576" y="1554480"/>
            <a:ext cx="23774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자동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서버에서
통화품질 데이터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926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1554480"/>
            <a:ext cx="237744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5936" y="1554480"/>
            <a:ext cx="23774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PDF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분석 결과
PDF 자동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376" y="2926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1554480"/>
            <a:ext cx="237744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26296" y="1554480"/>
            <a:ext cx="23774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결과 전송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Knox 메신저로
결과 PDF 수신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</a:rPr>
              <a:t>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사용자 편의를 위한 다양한 기능을 제공합니다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9144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Adaptive Card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버튼/입력창 형태의
직관적인 대화 인터페이스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1" y="137160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87951" y="1371600"/>
            <a:ext cx="9144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1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1" y="1554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그룹채팅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1" y="20574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@봇 이름으로 호출
여러 명이 함께 사용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2" y="137160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2" y="1371600"/>
            <a:ext cx="9144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2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2" y="1554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통화품질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2" y="20574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MUTE·DROP·기지국별
상세 분석 리포트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9144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49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일별/추이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51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날짜별 상세 데이터
트렌드 그래프 제공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7951" y="35661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87951" y="3566160"/>
            <a:ext cx="9144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1" y="3749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1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지도 시각화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1" y="4251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문제 기지국 위치를
지도에서 직접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0142" y="35661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2" y="3566160"/>
            <a:ext cx="9144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2" y="3749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2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자동 스케줄링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2" y="4251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매일 18:00 자동 실행
별도 조작 불필요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동작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A5FA"/>
                </a:solidFill>
              </a:rPr>
              <a:t>SN 입력 한 번으로 전체 파이프라인이 자동 실행됩니다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1270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6596" y="1737360"/>
            <a:ext cx="1645920" cy="292608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" y="1737360"/>
            <a:ext cx="16459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" y="1965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" y="27432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Knox 챗봇
SN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2516" y="28346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6564" y="1737360"/>
            <a:ext cx="1645920" cy="29260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6564" y="1737360"/>
            <a:ext cx="16459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6564" y="1965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6564" y="27432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 서비스
서버 수신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2484" y="28346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532" y="1737360"/>
            <a:ext cx="1645920" cy="292608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6532" y="1737360"/>
            <a:ext cx="16459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6532" y="1965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6532" y="27432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Superset
데이터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2452" y="28346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6500" y="1737360"/>
            <a:ext cx="1645920" cy="29260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6500" y="1737360"/>
            <a:ext cx="16459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6500" y="1965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27432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NETA
네트워크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2420" y="28346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6468" y="1737360"/>
            <a:ext cx="1645920" cy="292608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16468" y="1737360"/>
            <a:ext cx="16459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6468" y="1965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6468" y="27432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PDF
자동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2388" y="28346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46436" y="1737360"/>
            <a:ext cx="1645920" cy="29260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46436" y="1737360"/>
            <a:ext cx="16459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6436" y="1965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46436" y="27432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Knox
결과 전송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0A5FA"/>
                </a:solidFill>
              </a:rPr>
              <a:t>⏱ 평균 처리 시간: 약 2~3분  (NETA 데이터 포함)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</a:rPr>
              <a:t>자동화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서버만 켜두면 모든 과정이 자동으로 실행됩니다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09728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F172A"/>
                </a:solidFill>
              </a:rPr>
              <a:t>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783080"/>
            <a:ext cx="16459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8105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매일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자동 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402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Superset 세션 자동 갱신
핸드폰 생체인증 승인만 필요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1430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109728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2336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F172A"/>
                </a:solidFill>
              </a:rPr>
              <a:t>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977640"/>
            <a:ext cx="16459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005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18:00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매일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886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자동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434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FA 미결건 메일 다운로드
→ 쿼리 → PDF → Knox 전송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23560"/>
            <a:ext cx="11430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 서버 PC만 켜두면 퇴근 후에도 자동으로 동작합니다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</a:rPr>
              <a:t>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업무 효율이 크게 향상됩니다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  ❌  개선 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50292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  ✅  개선 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029200" cy="10058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1D1D"/>
                </a:solidFill>
              </a:rPr>
              <a:t>수동 이메일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029200" cy="10058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4E3B"/>
                </a:solidFill>
              </a:rPr>
              <a:t>자동 다운로드 ·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029200" cy="10058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1D1D"/>
                </a:solidFill>
              </a:rPr>
              <a:t>SN별 직접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063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834640"/>
            <a:ext cx="5029200" cy="10058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4E3B"/>
                </a:solidFill>
              </a:rPr>
              <a:t>챗봇 입력 한 번으로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40"/>
            <a:ext cx="5029200" cy="10058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1D1D"/>
                </a:solidFill>
              </a:rPr>
              <a:t>수작업 리포트 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206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77640"/>
            <a:ext cx="5029200" cy="10058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4E3B"/>
                </a:solidFill>
              </a:rPr>
              <a:t>PDF 자동 생성 · 전송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5029200" cy="10058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1D1D"/>
                </a:solidFill>
              </a:rPr>
              <a:t>결과 전달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349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20640"/>
            <a:ext cx="5029200" cy="10058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349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4E3B"/>
                </a:solidFill>
              </a:rPr>
              <a:t>분석 완료 즉시 Knox 수신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1828800"/>
            <a:ext cx="4572000" cy="457200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2560320"/>
            <a:ext cx="3657600" cy="365760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Knox SN 입력 한 번,
통화품질 분석 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자동화로 더 스마트하게, 더 빠르게.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