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0" y="914400"/>
            <a:ext cx="4389120" cy="54864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0" y="1828800"/>
            <a:ext cx="3657600" cy="4114800"/>
          </a:xfrm>
          <a:prstGeom prst="rect">
            <a:avLst/>
          </a:prstGeom>
          <a:solidFill>
            <a:srgbClr val="1A32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0" i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74980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Knox Teams
메신저 만들기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A5FA"/>
                </a:solidFill>
              </a:rPr>
              <a:t>봇 등록  ·  방화벽  ·  서버 등록  ·  API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Knox C&amp;C Suite Developer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0A5FA"/>
                </a:solidFill>
              </a:rPr>
              <a:t>http://developers.samsung.net/static/knoxcenter/main.html#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전체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이 순서대로 진행합니다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5780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5780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챗봇 아이디
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Knox Portal에서
봇 계정 신청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4348" y="1554480"/>
            <a:ext cx="210312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84348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4348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4348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방화벽
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4348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서버 포트 개방
(IN/OUT)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7468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2916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42916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2916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2916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서버
등록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2916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System ID &amp;
Token 발급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1484" y="1554480"/>
            <a:ext cx="210312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01484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01484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1484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API 연결
챗봇 방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01484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Device 등록
대화방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4604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0052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60052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60052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0052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FAQ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0052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문의처 &amp;
Knox Support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챗봇 아이디 생성하기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Knox Portal에서 봇 계정을 신청합니다. 결재 후 챗봇 아이디가 생성됩니다.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4552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9344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 →  My Interface  →  Bot  →  봇관리  →  봇계정신청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48840"/>
            <a:ext cx="3474720" cy="18288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48840"/>
            <a:ext cx="34747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결재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A5FA"/>
                </a:solidFill>
              </a:rPr>
              <a:t>•  파트장  결재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0906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A5FA"/>
                </a:solidFill>
              </a:rPr>
              <a:t>•  경영지원  합의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2148840"/>
            <a:ext cx="7772400" cy="429768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0" y="39776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봇계정신청 화면 캡쳐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347472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114800"/>
            <a:ext cx="54864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결재 완료 후 아이디 생성 확인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방화벽 연결하기 — 개념도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</a:rPr>
              <a:t>Knox 서버는 수신용(API)과 발신용(Webhook) IP가 다릅니다 — 두 방향 모두 방화벽 정책 등록 필요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57432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93876" y="1536192"/>
            <a:ext cx="9601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3876" y="15361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▲  발신 (Outbound) — 내 서버  →  Knox 수신 서버 (API)  |  Port 80, 443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3876" y="1847088"/>
            <a:ext cx="2651760" cy="1737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93876" y="1847088"/>
            <a:ext cx="26517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3876" y="193852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3876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내 서버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" y="29260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0A5FA"/>
                </a:solidFill>
              </a:rPr>
              <a:t>My Server  Port 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5636" y="1956816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D5A9E"/>
                </a:solidFill>
              </a:rPr>
              <a:t>Port
80/443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45636" y="23957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D5A9E"/>
                </a:solidFill>
              </a:rPr>
              <a:t>────▶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8596" y="1847088"/>
            <a:ext cx="2651760" cy="173736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68596" y="1847088"/>
            <a:ext cx="2651760" cy="731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193852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방화벽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8596" y="29260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Firewall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0356" y="23957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D5A9E"/>
                </a:solidFill>
              </a:rPr>
              <a:t>────▶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3316" y="1847088"/>
            <a:ext cx="2651760" cy="173736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3316" y="1847088"/>
            <a:ext cx="26517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3316" y="193852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316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수신 서버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3316" y="2926080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0A5FA"/>
                </a:solidFill>
              </a:rPr>
              <a:t>openapi.samsung.net
API 요청 수신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93876" y="3904488"/>
            <a:ext cx="9601200" cy="27432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93876" y="390448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▼  수신 (Inbound) — Knox 발신 서버 (Webhook)  →  내 서버  |  Port 80  ⚠ 반드시 허용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93876" y="4215384"/>
            <a:ext cx="2651760" cy="1737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93876" y="4215384"/>
            <a:ext cx="26517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93876" y="43068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🖥️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3876" y="488289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내 서버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3876" y="52943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0A5FA"/>
                </a:solidFill>
              </a:rPr>
              <a:t>My Server  Port 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45636" y="432511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75569"/>
                </a:solidFill>
              </a:rPr>
              <a:t>Port
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45636" y="4764024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475569"/>
                </a:solidFill>
              </a:rPr>
              <a:t>◀────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68596" y="4215384"/>
            <a:ext cx="2651760" cy="173736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68596" y="4215384"/>
            <a:ext cx="2651760" cy="731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68596" y="43068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8596" y="488289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방화벽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68596" y="52943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Firewall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0356" y="4764024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475569"/>
                </a:solidFill>
              </a:rPr>
              <a:t>◀────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43316" y="4215384"/>
            <a:ext cx="2651760" cy="17373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43316" y="4215384"/>
            <a:ext cx="2651760" cy="73152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3316" y="43068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3316" y="488289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발신 서버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3316" y="5294376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0A5FA"/>
                </a:solidFill>
              </a:rPr>
              <a:t>Webhook POST 전송
메시지를 내 서버로 발신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93876" y="6153912"/>
            <a:ext cx="9601200" cy="475488"/>
          </a:xfrm>
          <a:prstGeom prst="rect">
            <a:avLst/>
          </a:prstGeom>
          <a:solidFill>
            <a:srgbClr val="E4E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93876" y="6153912"/>
            <a:ext cx="54864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85316" y="6208776"/>
            <a:ext cx="9418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  💡  Knox 서버 IP는 방향(수신/발신)과 환경(스테이지/운영)에 따라 다릅니다 — 다음 슬라이드에서 상세 확인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방화벽 정책 상세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</a:rPr>
              <a:t>스테이지(개발)와 운영 서버의 IP/포트 정보를 방화벽 담당자에게 전달합니다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57432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486400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스테이지 (개발 서버)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38528"/>
            <a:ext cx="5486400" cy="329184"/>
          </a:xfrm>
          <a:prstGeom prst="rect">
            <a:avLst/>
          </a:prstGeom>
          <a:solidFill>
            <a:srgbClr val="1A4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385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EFAC"/>
                </a:solidFill>
              </a:rPr>
              <a:t>  ▲  발신 (Outbound) — 내 서버  →  Knox 수신 서버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04288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출발지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34086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   :   Port 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88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목적지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688336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203.254.214.131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99232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Host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035808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openapi.stage.samsung.net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46704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3832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포트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38328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80,  443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703320"/>
            <a:ext cx="5486400" cy="32918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7033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▼  수신 (Inbound) — Knox 발신 서버  →  내 서버  ⚠ 반드시 허용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69080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11480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출발지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1148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112.106.197.162  (발신 서버 1개)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53128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498848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목적지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449884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837176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882896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488289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36792" y="1508760"/>
            <a:ext cx="5486400" cy="384048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6792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운영 (실사용 서버)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36792" y="1938528"/>
            <a:ext cx="5486400" cy="329184"/>
          </a:xfrm>
          <a:prstGeom prst="rect">
            <a:avLst/>
          </a:prstGeom>
          <a:solidFill>
            <a:srgbClr val="1A4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6792" y="19385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EFAC"/>
                </a:solidFill>
              </a:rPr>
              <a:t>  ▲  발신 (Outbound) — 내 서버  →  Knox 수신 서버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36792" y="2304288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출발지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71232" y="234086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   :   Port 80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36792" y="2651760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2688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목적지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71232" y="2688336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112.107.220.134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36792" y="2999232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30358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Host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71232" y="3035808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openapi.samsung.net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36792" y="3346704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8232" y="33832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포트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2" y="338328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80,  443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36792" y="3703320"/>
            <a:ext cx="5486400" cy="32918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36792" y="37033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▼  수신 (Inbound) — Knox 발신 서버  →  내 서버  ⚠ 반드시 허용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36792" y="4069080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8232" y="411480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출발지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71232" y="41148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182.195.35.14
182.195.35.15
182.195.35.16  (발신 서버 3개)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36792" y="4453128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28232" y="4498848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목적지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71232" y="449884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36792" y="4837176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28232" y="4882896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포트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71232" y="488289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Knox 수/발신 서버에 등록하기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봇을 Knox 서버에 등록하면 System ID와 Access Token이 발급됩니다 (본인만 봇 앱 리스트 확인 가능)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스테이지 봇 연계 신청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38528"/>
            <a:ext cx="557784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38528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→ My Interface → Bot → 연계 신청관리 → 스테이지 봇 연계 신청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87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결재: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4871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그룹장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443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합의: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9443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015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AI빌더 사용여부: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401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미사용  (AI빌더 서버 주소가 달라 신중히 선택)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8587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과금 관리자: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8587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본인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70832"/>
            <a:ext cx="5577840" cy="214884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125212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스테이지 봇 연계 신청 화면 캡쳐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508760"/>
            <a:ext cx="5577840" cy="384048"/>
          </a:xfrm>
          <a:prstGeom prst="rect">
            <a:avLst/>
          </a:prstGeom>
          <a:solidFill>
            <a:srgbClr val="5C3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5087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🔶  운영 봇 연계 신청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938528"/>
            <a:ext cx="557784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1938528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9933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→ My Interface → Bot → 연계 신청관리 → 운영 봇 연계 신청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87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• AI빌더 사용여부: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4871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미사용  (AI빌더 서버 주소가 달라 신중히 선택)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9443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• 과금 관리자: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9443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본인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47472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347472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352958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⚠  등록 완료 시 System ID 와 Access Token 을 꼭 보관하세요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041648"/>
            <a:ext cx="5577840" cy="246888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956048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운영 봇 연계 신청 화면 캡쳐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연결 &amp; 챗봇 방 생성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Knox Developer Center의 API 문서를 참고하여 챗봇 대화방을 생성합니다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11457432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63624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 →  Dev Guide  →  메신저   또는   Home  →  Dev Guide  →  Bot  →  시작하기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10312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945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94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메신저 Device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60604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봇 계정에 Device를 등록합니다.
System ID 와 Access Token 을 사용합니다.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2900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42900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5204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520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대화방 생성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9319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등록된 Device 로 챗봇 대화방을 생성합니다.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5488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75488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463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846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API 문서 확인 및 연동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Messenger API 문서를 참고하여
발신/수신 API 를 개발 서버에 연결합니다.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108192"/>
            <a:ext cx="53949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6108192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16305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📎 API 문서: Developer Center에서 Messenger API 문서를 첨부하세요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103120"/>
            <a:ext cx="5760720" cy="448056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40233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Dev Guide 화면 캡쳐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코드 예제 —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① Device 등록  →  ② 대화방 생성  →  ③ 메시지 전송 순서로 호출합니다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공통 설정 (Base URL &amp; Headers)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01368"/>
            <a:ext cx="5577840" cy="1508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01368"/>
            <a:ext cx="45720" cy="1508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847088"/>
            <a:ext cx="5413248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import requests
BASE = "https://openapi.stage.samsung.net"
headers = {
    "Authorization": "Bearer &lt;ACCESS_TOKEN&gt;",
    "x-system-id":   "&lt;SYSTEM_ID&gt;",
    "Content-Type":  "application/json",
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401568"/>
            <a:ext cx="5577840" cy="292608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40156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① Device 등록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94176"/>
            <a:ext cx="5577840" cy="1508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694176"/>
            <a:ext cx="45720" cy="1508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3739896"/>
            <a:ext cx="5413248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f"{BASE}/messenger/bot/v1/device",
    headers=headers,
    json={"deviceName": "fa-service-bot"},
)
device_id = res.json()["deviceId"]
# device_id 를 저장해 두세요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047488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47488"/>
            <a:ext cx="54864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10235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device_id : 이후 모든 API 호출에  x-device-id  헤더로 사용합니다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596128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5596128"/>
            <a:ext cx="54864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509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📌 운영 서버:  BASE = "https://openapi.samsung.net"  으로 변경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② 대화방 생성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36792" y="1801368"/>
            <a:ext cx="557784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1801368"/>
            <a:ext cx="45720" cy="187451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847088"/>
            <a:ext cx="5413248" cy="180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f"{BASE}/messenger/bot/v1/chatroom",
    headers={**headers, "x-device-id": device_id},
    json={
        "roomName": "FA 분석 알림",
        "memberList": ["hong.gildong@samsung.com"],
    },
)
room_id = res.json()["roomId"]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36792" y="3493008"/>
            <a:ext cx="5577840" cy="29260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349300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③ 메시지 전송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6792" y="3785616"/>
            <a:ext cx="557784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36792" y="3785616"/>
            <a:ext cx="45720" cy="187451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3831336"/>
            <a:ext cx="5413248" cy="180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f"{BASE}/messenger/bot/v1/message",
    headers={**headers, "x-device-id": device_id},
    json={
        "roomId": room_id,
        "messageType": "TEXT",
        "message": "FA 분석이 완료되었습니다.",
    },
)
# 응답: {"result": "success", ...}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36792" y="548640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36792" y="548640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55412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실제 엔드포인트/파라미터는 Knox Developer Center 공식 문서를 반드시 확인하세요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Adaptive Card &amp; 파일 전송 예제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카드 메시지로 링크 버튼을 포함한 알림을 보내고, PDF 파일도 직접 전송할 수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solidFill>
            <a:srgbClr val="1453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📋  Adaptive Card 발신 (링크 버튼 포함)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01368"/>
            <a:ext cx="5577840" cy="2971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01368"/>
            <a:ext cx="45720" cy="2971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847088"/>
            <a:ext cx="5413248" cy="290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f"{BASE}/messenger/bot/v1/message",
    headers={**headers, "x-device-id": device_id},
    json={
        "roomId": room_id,
        "messageType": "CARD",
        "cardTitle": "FA 분석 결과",
        "cardContent": "SN: R3CX1234...\n이상 항목: 3건",
        "cardButtonList": [
            {
                "buttonType": "LINK",
                "buttonText": "결과 보기",
                "buttonValue": "http://10.246.9.74/result",
            },
        ],
    },
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89204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54864" cy="4572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4690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cardButtonList 에 버튼 여러 개 추가 가능 (LINK / 전화 / 위치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458968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5458968"/>
            <a:ext cx="54864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5138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📌 cardContent 줄바꿈:  \n  사용 (실제 문자열에서 \\n → \n)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solidFill>
            <a:srgbClr val="4A2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📎  PDF 파일 전송 (업로드 → 메시지)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36792" y="1801368"/>
            <a:ext cx="5577840" cy="3520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36792" y="1801368"/>
            <a:ext cx="45720" cy="35204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847088"/>
            <a:ext cx="5413248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# ① 파일 업로드 → fileId 획득
with open("fa_report.pdf", "rb") as f:
    res = requests.post(
        f"{BASE}/messenger/bot/v1/file",
        headers={**headers, "x-device-id": device_id},
        files={"file": ("fa_report.pdf", f, "application/pdf")},
    )
file_id = res.json()["fileId"]
# ② 파일 메시지 전송
res = requests.post(
    f"{BASE}/messenger/bot/v1/message",
    headers={**headers, "x-device-id": device_id},
    json={
        "roomId": room_id,
        "messageType": "FILE",
        "fileId": file_id,
    },
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36792" y="544068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36792" y="5440680"/>
            <a:ext cx="54864" cy="45720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549554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파일 크기 제한 및 허용 확장자는 Knox Developer Center 문서를 확인하세요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메시지 수신 — Webhook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Knox가 내 서버로 POST를 보냅니다 · ① Webhook URL 등록  ②  FastAPI 수신 핸들러 구현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① Webhook URL 등록 (Knox → 내 서버)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01368"/>
            <a:ext cx="557784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01368"/>
            <a:ext cx="45720" cy="20116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847088"/>
            <a:ext cx="5413248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# Knox에 내 서버 수신 URL 등록
res = requests.post(
    f"{BASE}/messenger/bot/v1/webhook",
    headers={**headers, "x-device-id": device_id},
    json={
        "webhookUrl": "http://10.246.9.74/message",
        "eventType": ["MESSAGE"],
    },
)
print(res.json())   # {"result": "success"}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13632"/>
            <a:ext cx="5577840" cy="292608"/>
          </a:xfrm>
          <a:prstGeom prst="rect">
            <a:avLst/>
          </a:prstGeom>
          <a:solidFill>
            <a:srgbClr val="2A4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91363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EFAC"/>
                </a:solidFill>
              </a:rPr>
              <a:t>  수신 Payload 구조 (Knox → 내 서버)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06240"/>
            <a:ext cx="5577840" cy="17556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206240"/>
            <a:ext cx="45720" cy="17556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4251960"/>
            <a:ext cx="541324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6EFAC"/>
                </a:solidFill>
              </a:rPr>
              <a:t>// Knox 가 내 서버로 POST 하는 payload 예시
{
    "roomId":      "R_abc123",
    "senderId":    "hong.gildong@samsung.com",
    "senderName":  "홍길동",
    "messageType": "TEXT",
    "message":     "안녕하세요",
    "timestamp":   1705300000000
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solidFill>
            <a:srgbClr val="1453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② FastAPI 수신 핸들러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36792" y="1801368"/>
            <a:ext cx="5577840" cy="3520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36792" y="1801368"/>
            <a:ext cx="45720" cy="352044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1847088"/>
            <a:ext cx="5413248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from fastapi import FastAPI, Request
app = FastAPI()
@app.post("/message")
async def receive_message(request: Request):
    body      = await request.json()
    room_id   = body.get("roomId")
    sender    = body.get("senderId")
    msg_type  = body.get("messageType")  # TEXT/FILE/CARD
    message   = body.get("message", "")
    print(f"[{sender}] {message}")
    # 자동 응답 예시
    if message == "결과":
        await send_reply(room_id, "분석 결과: ...")
    return {"result": "ok"}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36792" y="544068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36792" y="544068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549554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⚠  Knox 발신 서버 IP(방화벽 수신 허용) 에서만 POST가 오므로  IP 화이트리스트 검증 권장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보안 — 암호화 &amp; 토큰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전송 암호화(HTTPS) · Webhook 서명 검증 · 환경변수로 토큰 분리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🔒  전송 암호화 (HTTPS / TLS)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01368"/>
            <a:ext cx="5577840" cy="932688"/>
          </a:xfrm>
          <a:prstGeom prst="rect">
            <a:avLst/>
          </a:prstGeom>
          <a:solidFill>
            <a:srgbClr val="0D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01368"/>
            <a:ext cx="45720" cy="9326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856231"/>
            <a:ext cx="5413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• Knox API Base URL 은 https:// — TLS 1.2+ 자동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066543"/>
            <a:ext cx="5413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• Port 443 사용 시 패킷 내용은 암호화된 상태로 전달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276855"/>
            <a:ext cx="5413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• requests 는 기본으로 SSL 인증서를 검증합니다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487167"/>
            <a:ext cx="5413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  (사내 프록시 환경: verify=False 대신 CA Bundle 권장)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34640"/>
            <a:ext cx="5577840" cy="292608"/>
          </a:xfrm>
          <a:prstGeom prst="rect">
            <a:avLst/>
          </a:prstGeom>
          <a:solidFill>
            <a:srgbClr val="2A4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83464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🛡  Webhook 서명 검증 (HMAC-SHA256)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27248"/>
            <a:ext cx="5577840" cy="3035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127248"/>
            <a:ext cx="45720" cy="30358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3172968"/>
            <a:ext cx="5413248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import hmac, hashlib, json
from fastapi import HTTPException
SECRET = os.environ["KNOX_WEBHOOK_SECRET"]
@app.post("/message")
async def receive_message(request: Request):
    body_bytes = await request.body()
    sig = request.headers.get("X-Knox-Signature", "")
    expected = hmac.new(
        SECRET.encode(), body_bytes, hashlib.sha256
    ).hexdigest()
    if not hmac.compare_digest(sig, expected):
        raise HTTPException(401, "Invalid signature")
    body = json.loads(body_bytes)
    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solidFill>
            <a:srgbClr val="4A2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📁  .env 파일 (토큰·시크릿 분리)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36792" y="1801368"/>
            <a:ext cx="557784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36792" y="1801368"/>
            <a:ext cx="45720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1847088"/>
            <a:ext cx="541324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BCF89"/>
                </a:solidFill>
              </a:rPr>
              <a:t># .env  (절대 git 커밋 금지 — .gitignore 에 추가)
KNOX_ACCESS_TOKEN=eyJhbGciOiJSUzI1NiJ9...
KNOX_SYSTEM_ID=KCC10BOT01508
KNOX_WEBHOOK_SECRET=your_shared_secret
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36792" y="2770632"/>
            <a:ext cx="5577840" cy="292608"/>
          </a:xfrm>
          <a:prstGeom prst="rect">
            <a:avLst/>
          </a:prstGeom>
          <a:solidFill>
            <a:srgbClr val="2A4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6792" y="277063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🐍  Python 코드에서 환경변수 사용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36792" y="3063240"/>
            <a:ext cx="5577840" cy="22128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36792" y="3063240"/>
            <a:ext cx="45720" cy="22128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108960"/>
            <a:ext cx="5413248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import os
from dotenv import load_dotenv
load_dotenv()   # .env 파일 로드
BASE = "https://openapi.stage.samsung.net"
headers = {
    "Authorization": f"Bearer {os.environ['KNOX_ACCESS_TOKEN']}",
    "x-system-id":   os.environ["KNOX_SYSTEM_ID"],
    "Content-Type":  "application/json",
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6792" y="5376672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36792" y="5376672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543153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📌 pip install python-dotenv  |  .gitignore 에  .env  반드시 추가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36792" y="5925312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36792" y="5925312"/>
            <a:ext cx="54864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598017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⚠  Access Token 유효기간 확인 후 만료 전 갱신 필요 (Knox Portal에서 재발급)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FAQ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궁금한 점이 있을 때 참고하세요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69280" cy="14173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566928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709928"/>
            <a:ext cx="548640" cy="50292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0992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709928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문의는 어디에 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40280"/>
            <a:ext cx="4983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Knoxportal@samsung.com 으로 이메일 문의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46120"/>
            <a:ext cx="5669280" cy="14173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246120"/>
            <a:ext cx="566928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355848"/>
            <a:ext cx="548640" cy="50292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35584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55848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Knox Support는 어떻게 사용하나요?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86200"/>
            <a:ext cx="4983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Knox Portal 화면 내 프로필 왼편  ❓  → Knox Support 진입
Teams 메뉴에서 검색 및 문의 업로드 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600200"/>
            <a:ext cx="5394960" cy="484632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70332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Knox Support 화면 캡쳐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Knoxportal@samsung.com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577840"/>
            <a:ext cx="59436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5577840"/>
            <a:ext cx="54864" cy="4572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632704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Knox Portal 내 물음표(?) 버튼 → Knox Support → Teams 메뉴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