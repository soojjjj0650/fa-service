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914400"/>
            <a:ext cx="438912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Teams
메신저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서버 등록  ·  API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Knox C&amp;C Suite Developer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A5FA"/>
                </a:solidFill>
              </a:rPr>
              <a:t>http://developers.samsung.net/static/knoxcenter/main.html#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이 순서대로 진행합니다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5780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챗봇 아이디
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봇 계정 신청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4348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4348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
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개방
(IN/OUT)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468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2916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서버
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6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System ID &amp;
Token 발급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1484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1484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1484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1484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연결
챗봇 방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1484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Device 등록
대화방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4604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0052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60052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60052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0052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052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문의처 &amp;
Knox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챗봇 아이디 생성하기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Portal에서 봇 계정을 신청합니다. 결재 후 챗봇 아이디가 생성됩니다.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455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934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My Interface  →  Bot  →  봇관리  →  봇계정신청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347472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34747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결재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파트장  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경영지원  합의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148840"/>
            <a:ext cx="7772400" cy="42976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봇계정신청 화면 캡쳐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47472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결재 완료 후 아이디 생성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연결하기 — 개념도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Knox 서버는 수신용(API)과 발신용(Webhook) IP가 다릅니다 — 두 방향 모두 방화벽 정책 등록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▲  발신 (Outbound) — 내 서버  →  Knox 수신 서버 (API)  |  Port 80, 443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3876" y="1847088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9387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387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387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5636" y="195681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D5A9E"/>
                </a:solidFill>
              </a:rPr>
              <a:t>Port
80/443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563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8596" y="1847088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68596" y="1847088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859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035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847088"/>
            <a:ext cx="2651760" cy="17373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331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31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31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수신 서버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3316" y="292608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openapi.samsung.net
API 요청 수신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(Webhook)  →  내 서버  |  Port 80  ⚠ 반드시 허용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3876" y="4215384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93876" y="4215384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387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387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387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45636" y="43251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</a:rPr>
              <a:t>Port
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563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68596" y="4215384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68596" y="4215384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6859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859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859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035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3316" y="4215384"/>
            <a:ext cx="2651760" cy="17373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3316" y="4215384"/>
            <a:ext cx="2651760" cy="73152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331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331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발신 서버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3316" y="5294376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Webhook POST 전송
메시지를 내 서버로 발신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3876" y="6153912"/>
            <a:ext cx="9601200" cy="475488"/>
          </a:xfrm>
          <a:prstGeom prst="rect">
            <a:avLst/>
          </a:prstGeom>
          <a:solidFill>
            <a:srgbClr val="E4E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93876" y="6153912"/>
            <a:ext cx="54864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85316" y="6208776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  💡  Knox 서버 IP는 방향(수신/발신)과 환경(스테이지/운영)에 따라 다릅니다 — 다음 슬라이드에서 상세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정책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스테이지(개발)와 운영 서버의 IP/포트 정보를 방화벽 담당자에게 전달합니다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(개발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203.254.214.131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openapi.stage.samsung.net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112.106.197.162  (발신 서버 1개)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운영 (실사용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2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2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112.107.220.134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6792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2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openapi.samsung.net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6792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36792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182.195.35.14
182.195.35.15
182.195.35.16  (발신 서버 3개)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28232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71232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36792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1232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Knox 수/발신 서버에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봇을 Knox 서버에 등록하면 System ID와 Access Token이 발급됩니다 (본인만 봇 앱 리스트 확인 가능)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봇 연계 신청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스테이지 봇 연계 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결재: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그룹장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합의: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AI빌더 사용여부: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01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과금 관리자: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8587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70832"/>
            <a:ext cx="5577840" cy="214884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52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스테이지 봇 연계 신청 화면 캡쳐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봇 연계 신청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운영 봇 연계 신청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AI빌더 사용여부: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과금 관리자: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529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등록 완료 시 System ID 와 Access Token 을 꼭 보관하세요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41648"/>
            <a:ext cx="5577840" cy="24688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운영 봇 연계 신청 화면 캡쳐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연결 &amp; 챗봇 방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Developer Center의 API 문서를 참고하여 챗봇 대화방을 생성합니다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5743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63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Dev Guide  →  메신저   또는   Home  →  Dev Guide  →  Bot  →  시작하기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메신저 Device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봇 계정에 Device를 등록합니다.
System ID 와 Access Token 을 사용합니다.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대화방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등록된 Device 로 챗봇 대화방을 생성합니다.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8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846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문서 확인 및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Messenger API 문서를 참고하여
발신/수신 API 를 개발 서버에 연결합니다.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108192"/>
            <a:ext cx="53949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6108192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📎 API 문서: Developer Center에서 Messenger API 문서를 첨부하세요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03120"/>
            <a:ext cx="5760720" cy="448056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0233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Dev Guide 화면 캡쳐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코드 예제 —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① Device 등록  →  ② 대화방 생성  →  ③ 메시지 전송 순서로 호출합니다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공통 설정 (Base URL &amp; Headers)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requests
BASE = "https://openapi.stage.samsung.net"
headers = {
    "Authorization": "Bearer &lt;ACCESS_TOKEN&gt;",
    "x-system-id":   "&lt;SYSTEM_ID&gt;",
    "Content-Type":  "application/json",
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Device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94176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94176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39896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f"{BASE}/messenger/bot/v1/device",
    headers=headers,
    json={"deviceName": "fa-service-bot"},
)
device_id = res.json()["deviceId"]
# device_id 를 저장해 두세요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04748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47488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0235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device_id : 이후 모든 API 호출에  x-device-id  헤더로 사용합니다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9612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59612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509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운영 서버:  BASE = "https://openapi.samsung.net"  으로 변경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대화방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792" y="1801368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1801368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847088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f"{BASE}/messenger/bot/v1/chatroom",
    headers={**headers, "x-device-id": device_id},
    json={
        "roomName": "FA 분석 알림",
        "memberList": ["hong.gildong@samsung.com"],
    },
)
room_id = res.json()["roomId"]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③ 메시지 전송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3785616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3785616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31336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"TEXT",
        "message": "FA 분석이 완료되었습니다.",
    },
)
# 응답: {"result": "success", ...}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548640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6792" y="548640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541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실제 엔드포인트/파라미터는 Knox Developer Center 공식 문서를 반드시 확인하세요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Adaptive Card &amp; 파일 전송 예제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카드 메시지로 링크 버튼을 포함한 알림을 보내고, PDF 파일도 직접 전송할 수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1453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📋  Adaptive Card 발신 (링크 버튼 포함)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2971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2971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"CARD",
        "cardTitle": "FA 분석 결과",
        "cardContent": "SN: R3CX1234...\n이상 항목: 3건",
        "cardButtonList": [
            {
                "buttonType": "LINK",
                "buttonText": "결과 보기",
                "buttonValue": "http://10.246.9.74/result",
            },
        ],
    },
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89204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cardButtonList 에 버튼 여러 개 추가 가능 (LINK / 전화 / 위치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5896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545896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5138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cardContent 줄바꿈:  \n  사용 (실제 문자열에서 \\n → \n)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4A2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📎  PDF 파일 전송 (업로드 → 메시지)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1801368"/>
            <a:ext cx="5577840" cy="3520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36792" y="1801368"/>
            <a:ext cx="45720" cy="35204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847088"/>
            <a:ext cx="5413248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# ① 파일 업로드 → fileId 획득
with open("fa_report.pdf", "rb") as f:
    res = requests.post(
        f"{BASE}/messenger/bot/v1/file",
        headers={**headers, "x-device-id": device_id},
        files={"file": ("fa_report.pdf", f, "application/pdf")},
    )
file_id = res.json()["fileId"]
# ② 파일 메시지 전송
res = requests.post(
    f"{BASE}/messenger/bot/v1/message",
    headers={**headers, "x-device-id": device_id},
    json={
        "roomId": room_id,
        "messageType": "FILE",
        "fileId": file_id,
    },
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544068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36792" y="5440680"/>
            <a:ext cx="54864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54955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파일 크기 제한 및 허용 확장자는 Knox Developer Center 문서를 확인하세요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메시지 수신 — Webhook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Knox가 내 서버로 POST를 보냅니다 · ① Webhook URL 등록  ②  FastAPI 수신 핸들러 구현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Webhook URL 등록 (Knox → 내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2011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# Knox에 내 서버 수신 URL 등록
res = requests.post(
    f"{BASE}/messenger/bot/v1/webhook",
    headers={**headers, "x-device-id": device_id},
    json={
        "webhookUrl": "http://10.246.9.74/message",
        "eventType": ["MESSAGE"],
    },
)
print(res.json())   # {"result": "success"}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5577840" cy="292608"/>
          </a:xfrm>
          <a:prstGeom prst="rect">
            <a:avLst/>
          </a:prstGeom>
          <a:solidFill>
            <a:srgbClr val="2A4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1363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수신 Payload 구조 (Knox → 내 서버)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5577840" cy="17556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45720" cy="17556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251960"/>
            <a:ext cx="541324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6EFAC"/>
                </a:solidFill>
              </a:rPr>
              <a:t>// Knox 가 내 서버로 POST 하는 payload 예시
{
    "roomId":      "R_abc123",
    "senderId":    "hong.gildong@samsung.com",
    "senderName":  "홍길동",
    "messageType": "TEXT",
    "message":     "안녕하세요",
    "timestamp":   1705300000000
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453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FastAPI 수신 핸들러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6792" y="1801368"/>
            <a:ext cx="5577840" cy="3520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6792" y="1801368"/>
            <a:ext cx="45720" cy="35204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1847088"/>
            <a:ext cx="5413248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from fastapi import FastAPI, Request
app = FastAPI()
@app.post("/message")
async def receive_message(request: Request):
    body      = await request.json()
    room_id   = body.get("roomId")
    sender    = body.get("senderId")
    msg_type  = body.get("messageType")  # TEXT/FILE/CARD
    message   = body.get("message", "")
    print(f"[{sender}] {message}")
    # 자동 응답 예시
    if message == "결과":
        await send_reply(room_id, "분석 결과: ...")
    return {"result": "ok"}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792" y="544068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36792" y="544068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54955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Knox 발신 서버 IP(방화벽 수신 허용) 에서만 POST가 오므로  IP 화이트리스트 검증 권장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궁금한 점이 있을 때 참고하세요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0992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문의는 어디에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Knoxportal@samsung.com 으로 이메일 문의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5584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5584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Support는 어떻게 사용하나요?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 Portal 화면 내 프로필 왼편  ❓  → Knox Support 진입
Teams 메뉴에서 검색 및 문의 업로드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600200"/>
            <a:ext cx="5394960" cy="484632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Knox Support 화면 캡쳐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Knoxportal@samsung.com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77840"/>
            <a:ext cx="5943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6327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Knox Portal 내 물음표(?) 버튼 → Knox Support → Teams 메뉴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