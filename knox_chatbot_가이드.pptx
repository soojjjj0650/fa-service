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914400"/>
            <a:ext cx="438912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Teams
메신저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서버 등록  ·  API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Knox C&amp;C Suite Developer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A5FA"/>
                </a:solidFill>
              </a:rPr>
              <a:t>http://developers.samsung.net/static/knoxcenter/main.html#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이 순서대로 진행합니다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5780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챗봇 아이디
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봇 계정 신청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4348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4348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
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개방
(IN/OUT)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468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2916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서버
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6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System ID &amp;
Token 발급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1484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1484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1484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1484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연결
챗봇 방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1484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Device 등록
대화방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4604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0052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60052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60052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0052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052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문의처 &amp;
Knox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챗봇 아이디 생성하기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Portal에서 봇 계정을 신청합니다. 결재 후 챗봇 아이디가 생성됩니다.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455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934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My Interface  →  Bot  →  봇관리  →  봇계정신청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347472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34747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결재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파트장  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경영지원  합의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148840"/>
            <a:ext cx="7772400" cy="42976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봇계정신청 화면 캡쳐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47472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결재 완료 후 아이디 생성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방화벽 연결하기 — 개념도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내 서버와 Knox 서버 간 발신(Outbound) / 수신(Inbound) 두 방향 모두 정책 등록이 필요합니다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6636" y="1572768"/>
            <a:ext cx="2743200" cy="182880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6636" y="1572768"/>
            <a:ext cx="274320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636" y="166420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23042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" y="27432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
Port 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2876" y="1572768"/>
            <a:ext cx="2743200" cy="1828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22876" y="1572768"/>
            <a:ext cx="274320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2876" y="166420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2876" y="23042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2876" y="27432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Firewall
개방 필요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9116" y="1572768"/>
            <a:ext cx="274320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9116" y="1572768"/>
            <a:ext cx="274320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9116" y="166420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9116" y="23042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Knox 서버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9116" y="27432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openapi.samsung.net
(Stage / Production)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9836" y="18470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─────▶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6076" y="18470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─────▶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9836" y="15270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</a:rPr>
              <a:t>발신 (Outbound)  Port 80/443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59836" y="28986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</a:rPr>
              <a:t>◀─────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076" y="28986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</a:rPr>
              <a:t>◀─────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59836" y="326440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</a:rPr>
              <a:t>수신 (Inbound)  Port 80  ← 반드시 허용!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24528"/>
            <a:ext cx="11457432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224528"/>
            <a:ext cx="54864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9768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서버(외부)  →  방화벽  →  내 서버 Port 80  으로 인바운드 HTTP 요청이 들어옵니다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5488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수신(Inbound) 정책:  Knox 서버 출발지 IP  →  내 서버 IP  Port 80  허용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120640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</a:rPr>
              <a:t>발신(Outbound) 정책:  내 서버 IP  →  openapi.samsung.net  Port 80, 443  허용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방화벽 정책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스테이지(개발)와 운영 서버의 IP/포트 정보를 방화벽 담당자에게 전달합니다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(개발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solidFill>
            <a:srgbClr val="06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  발신 (Outbound) — 내 서버  →  Knox 서버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203.254.214.131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openapi.stage.samsung.net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solidFill>
            <a:srgbClr val="4A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  수신 (Inbound) — Knox 서버  →  내 서버  ⚠ 반드시 허용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80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출발지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112.106.197.162  (1개)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53128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목적지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37176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(실사용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solidFill>
            <a:srgbClr val="06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  발신 (Outbound) — 내 서버  →  Knox 서버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2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2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112.107.220.134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6792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2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openapi.samsung.net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6792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solidFill>
            <a:srgbClr val="4A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  수신 (Inbound) — Knox 서버  →  내 서버  ⚠ 반드시 허용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36792" y="4069080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출발지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182.195.35.14
182.195.35.15
182.195.35.16  (3개)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453128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28232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목적지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71232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36792" y="4837176"/>
            <a:ext cx="1188720" cy="38404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포트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1232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Knox 수/발신 서버에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봇을 Knox 서버에 등록하면 System ID와 Access Token이 발급됩니다 (본인만 봇 앱 리스트 확인 가능)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봇 연계 신청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스테이지 봇 연계 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결재: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그룹장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합의: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AI빌더 사용여부: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01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과금 관리자: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8587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70832"/>
            <a:ext cx="5577840" cy="214884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52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스테이지 봇 연계 신청 화면 캡쳐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봇 연계 신청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운영 봇 연계 신청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AI빌더 사용여부: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과금 관리자: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529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등록 완료 시 System ID 와 Access Token 을 꼭 보관하세요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41648"/>
            <a:ext cx="5577840" cy="24688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운영 봇 연계 신청 화면 캡쳐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연결 &amp; 챗봇 방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Developer Center의 API 문서를 참고하여 챗봇 대화방을 생성합니다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5743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63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Dev Guide  →  메신저   또는   Home  →  Dev Guide  →  Bot  →  시작하기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메신저 Device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봇 계정에 Device를 등록합니다.
System ID 와 Access Token 을 사용합니다.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대화방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등록된 Device 로 챗봇 대화방을 생성합니다.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8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846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문서 확인 및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Messenger API 문서를 참고하여
발신/수신 API 를 개발 서버에 연결합니다.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108192"/>
            <a:ext cx="53949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6108192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📎 API 문서: Developer Center에서 Messenger API 문서를 첨부하세요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03120"/>
            <a:ext cx="5760720" cy="448056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0233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Dev Guide 화면 캡쳐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궁금한 점이 있을 때 참고하세요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0992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문의는 어디에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Knoxportal@samsung.com 으로 이메일 문의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5584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5584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Support는 어떻게 사용하나요?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 Portal 화면 내 프로필 왼편  ❓  → Knox Support 진입
Teams 메뉴에서 검색 및 문의 업로드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600200"/>
            <a:ext cx="5394960" cy="484632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Knox Support 화면 캡쳐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Knoxportal@samsung.com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77840"/>
            <a:ext cx="5943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6327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Knox Portal 내 물음표(?) 버튼 → Knox Support → Teams 메뉴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