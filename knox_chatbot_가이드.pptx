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914400"/>
            <a:ext cx="4389120" cy="54864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1828800"/>
            <a:ext cx="3657600" cy="4114800"/>
          </a:xfrm>
          <a:prstGeom prst="rect">
            <a:avLst/>
          </a:prstGeom>
          <a:solidFill>
            <a:srgbClr val="1A3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49807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Knox Teams
메신저 만들기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0A5FA"/>
                </a:solidFill>
              </a:rPr>
              <a:t>봇 등록  ·  방화벽  ·  서버 등록  ·  API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Knox C&amp;C Suite Developer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A5FA"/>
                </a:solidFill>
              </a:rPr>
              <a:t>http://developers.samsung.net/static/knoxcenter/main.html#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전체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A5FA"/>
                </a:solidFill>
              </a:rPr>
              <a:t>이 순서대로 진행합니다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5780" y="1554480"/>
            <a:ext cx="210312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5780" y="1554480"/>
            <a:ext cx="21031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2148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챗봇 아이디
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" y="32004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Knox Portal에서
봇 계정 신청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900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4348" y="1554480"/>
            <a:ext cx="2103120" cy="3474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4348" y="1554480"/>
            <a:ext cx="21031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4348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4348" y="2148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방화벽
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4348" y="32004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서버 포트 개방
(IN/OUT)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7468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2916" y="1554480"/>
            <a:ext cx="210312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2916" y="1554480"/>
            <a:ext cx="21031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2916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2916" y="2148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Knox 서버
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2916" y="32004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System ID &amp;
Token 발급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6036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1484" y="1554480"/>
            <a:ext cx="2103120" cy="3474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01484" y="1554480"/>
            <a:ext cx="21031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01484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1484" y="2148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API 연결
챗봇 방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1484" y="32004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Device 등록
대화방 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4604" y="2926080"/>
            <a:ext cx="228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8BDF8"/>
                </a:solidFill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60052" y="1554480"/>
            <a:ext cx="2103120" cy="3474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60052" y="1554480"/>
            <a:ext cx="21031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60052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0052" y="214884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60052" y="32004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문의처 &amp;
Knox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STEP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챗봇 아이디 생성하기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A5FA"/>
                </a:solidFill>
              </a:rPr>
              <a:t>Knox Portal에서 봇 계정을 신청합니다. 결재 후 챗봇 아이디가 생성됩니다.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74552" cy="4572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9344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Home  →  My Interface  →  Bot  →  봇관리  →  봇계정신청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3474720" cy="18288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34747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762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결재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A5FA"/>
                </a:solidFill>
              </a:rPr>
              <a:t>•  파트장  결재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906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A5FA"/>
                </a:solidFill>
              </a:rPr>
              <a:t>•  경영지원  합의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148840"/>
            <a:ext cx="7772400" cy="4297680"/>
          </a:xfrm>
          <a:prstGeom prst="rect">
            <a:avLst/>
          </a:prstGeom>
          <a:solidFill>
            <a:srgbClr val="1222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977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0A5FA"/>
                </a:solidFill>
              </a:rPr>
              <a:t>📷   봇계정신청 화면 캡쳐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34747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1696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💡 결재 완료 후 아이디 생성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방화벽 연결하기 — 개념도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Knox 서버는 수신용(API)과 발신용(Webhook) IP가 다릅니다 — 두 방향 모두 방화벽 정책 등록 필요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57432" cy="190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93876" y="1536192"/>
            <a:ext cx="9601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3876" y="15361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▲  발신 (Outbound) — 내 서버  →  Knox 수신 서버 (API)  |  Port 80, 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93876" y="1847088"/>
            <a:ext cx="265176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93876" y="1847088"/>
            <a:ext cx="26517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3876" y="19385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3876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내 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" y="29260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My Server  Port 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5636" y="195681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A9E"/>
                </a:solidFill>
              </a:rPr>
              <a:t>Port
80/443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5636" y="23957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5A9E"/>
                </a:solidFill>
              </a:rPr>
              <a:t>────▶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8596" y="1847088"/>
            <a:ext cx="2651760" cy="17373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8596" y="1847088"/>
            <a:ext cx="265176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8596" y="19385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8596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방화벽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8596" y="292608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Firewall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23957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D5A9E"/>
                </a:solidFill>
              </a:rPr>
              <a:t>────▶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3316" y="1847088"/>
            <a:ext cx="2651760" cy="173736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43316" y="1847088"/>
            <a:ext cx="26517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316" y="1938528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316" y="2514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Knox 수신 서버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3316" y="292608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0A5FA"/>
                </a:solidFill>
              </a:rPr>
              <a:t>openapi.samsung.net
API 요청 수신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93876" y="3904488"/>
            <a:ext cx="9601200" cy="27432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3876" y="39044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▼  수신 (Inbound) — Knox 발신 서버 (Webhook)  →  내 서버  |  Port 80  ⚠ 반드시 허용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93876" y="4215384"/>
            <a:ext cx="2651760" cy="1737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93876" y="4215384"/>
            <a:ext cx="26517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93876" y="430682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3876" y="488289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내 서버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3876" y="5294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My Server  Port 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45636" y="432511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Port
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5636" y="476402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75569"/>
                </a:solidFill>
              </a:rPr>
              <a:t>◀────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68596" y="4215384"/>
            <a:ext cx="2651760" cy="17373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68596" y="4215384"/>
            <a:ext cx="265176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68596" y="430682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8596" y="488289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방화벽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8596" y="5294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Firewall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0356" y="476402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75569"/>
                </a:solidFill>
              </a:rPr>
              <a:t>◀────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43316" y="4215384"/>
            <a:ext cx="2651760" cy="173736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43316" y="4215384"/>
            <a:ext cx="2651760" cy="73152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3316" y="4306824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3316" y="4882896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Knox 발신 서버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3316" y="5294376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0A5FA"/>
                </a:solidFill>
              </a:rPr>
              <a:t>Webhook POST 전송
메시지를 내 서버로 발신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93876" y="6153912"/>
            <a:ext cx="9601200" cy="475488"/>
          </a:xfrm>
          <a:prstGeom prst="rect">
            <a:avLst/>
          </a:prstGeom>
          <a:solidFill>
            <a:srgbClr val="E4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93876" y="6153912"/>
            <a:ext cx="54864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85316" y="6208776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  💡  Knox 서버 IP는 방향(수신/발신)과 환경(스테이지/운영)에 따라 다릅니다 — 다음 슬라이드에서 상세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A9E"/>
                </a:solidFill>
              </a:rPr>
              <a:t>STEP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방화벽 정책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</a:rPr>
              <a:t>스테이지(개발)와 운영 서버의 IP/포트 정보를 방화벽 담당자에게 전달합니다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57432" cy="190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486400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🔷  스테이지 (개발 서버)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5486400" cy="329184"/>
          </a:xfrm>
          <a:prstGeom prst="rect">
            <a:avLst/>
          </a:prstGeom>
          <a:solidFill>
            <a:srgbClr val="1A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385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</a:rPr>
              <a:t>  ▲  발신 (Outbound) — 내 서버  →  Knox 수신 서버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04288"/>
            <a:ext cx="1188720" cy="347472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408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출발지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34086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내 서버 IP   :   Port 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1188720" cy="347472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883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목적지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8833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203.254.214.131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99232"/>
            <a:ext cx="1188720" cy="347472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0358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openapi.stage.samsung.net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46704"/>
            <a:ext cx="1188720" cy="347472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포트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3832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80,  443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03320"/>
            <a:ext cx="5486400" cy="32918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7033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▼  수신 (Inbound) — Knox 발신 서버  →  내 서버  ⚠ 반드시 허용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69080"/>
            <a:ext cx="1188720" cy="384048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출발지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1480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112.106.197.162  (발신 서버 1개)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53128"/>
            <a:ext cx="1188720" cy="384048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9884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목적지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49884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내 서버 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37176"/>
            <a:ext cx="1188720" cy="384048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8289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88289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36792" y="1508760"/>
            <a:ext cx="5486400" cy="38404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1508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🔷  운영 (실사용 서버)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36792" y="1938528"/>
            <a:ext cx="5486400" cy="329184"/>
          </a:xfrm>
          <a:prstGeom prst="rect">
            <a:avLst/>
          </a:prstGeom>
          <a:solidFill>
            <a:srgbClr val="1A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19385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</a:rPr>
              <a:t>  ▲  발신 (Outbound) — 내 서버  →  Knox 수신 서버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36792" y="2304288"/>
            <a:ext cx="1188720" cy="347472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23408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출발지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71232" y="234086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내 서버 IP   :   Port 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6792" y="2651760"/>
            <a:ext cx="1188720" cy="347472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268833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목적지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2" y="268833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112.107.220.134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36792" y="2999232"/>
            <a:ext cx="1188720" cy="347472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303580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Host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71232" y="30358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openapi.samsung.net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36792" y="3346704"/>
            <a:ext cx="1188720" cy="347472"/>
          </a:xfrm>
          <a:prstGeom prst="rect">
            <a:avLst/>
          </a:prstGeom>
          <a:solidFill>
            <a:srgbClr val="0C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28232" y="33832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포트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2" y="33832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80,  443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36792" y="3703320"/>
            <a:ext cx="5486400" cy="32918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370332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▼  수신 (Inbound) — Knox 발신 서버  →  내 서버  ⚠ 반드시 허용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36792" y="4069080"/>
            <a:ext cx="1188720" cy="384048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28232" y="411480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출발지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71232" y="4114800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182.195.35.14
182.195.35.15
182.195.35.16  (발신 서버 3개)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36792" y="4453128"/>
            <a:ext cx="1188720" cy="384048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28232" y="4498848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목적지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71232" y="4498848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내 서버 IP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4837176"/>
            <a:ext cx="1188720" cy="384048"/>
          </a:xfrm>
          <a:prstGeom prst="rect">
            <a:avLst/>
          </a:prstGeom>
          <a:solidFill>
            <a:srgbClr val="2A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28232" y="488289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포트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71232" y="4882896"/>
            <a:ext cx="4206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STEP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Knox 수/발신 서버에 등록하기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A5FA"/>
                </a:solidFill>
              </a:rPr>
              <a:t>봇을 Knox 서버에 등록하면 System ID와 Access Token이 발급됩니다 (본인만 봇 앱 리스트 확인 가능)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384048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🔷  스테이지 봇 연계 신청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5577840" cy="4572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38528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Home → My Interface → Bot → 연계 신청관리 → 스테이지 봇 연계 신청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871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• 결재: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871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그룹장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443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• 합의: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944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015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• AI빌더 사용여부: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4015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미사용  (AI빌더 서버 주소가 달라 신중히 선택)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• 과금 관리자: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8587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본인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70832"/>
            <a:ext cx="5577840" cy="2148840"/>
          </a:xfrm>
          <a:prstGeom prst="rect">
            <a:avLst/>
          </a:prstGeom>
          <a:solidFill>
            <a:srgbClr val="1222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25212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0A5FA"/>
                </a:solidFill>
              </a:rPr>
              <a:t>📷   스테이지 봇 연계 신청 화면 캡쳐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508760"/>
            <a:ext cx="5577840" cy="384048"/>
          </a:xfrm>
          <a:prstGeom prst="rect">
            <a:avLst/>
          </a:prstGeom>
          <a:solidFill>
            <a:srgbClr val="5C3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🔶  운영 봇 연계 신청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938528"/>
            <a:ext cx="5577840" cy="4572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938528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99339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Home → My Interface → Bot → 연계 신청관리 → 운영 봇 연계 신청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871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• AI빌더 사용여부: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4871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미사용  (AI빌더 서버 주소가 달라 신중히 선택)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94436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• 과금 관리자: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944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본인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474720"/>
            <a:ext cx="55778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47472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52958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⚠  등록 완료 시 System ID 와 Access Token 을 꼭 보관하세요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041648"/>
            <a:ext cx="5577840" cy="2468880"/>
          </a:xfrm>
          <a:prstGeom prst="rect">
            <a:avLst/>
          </a:prstGeom>
          <a:solidFill>
            <a:srgbClr val="1222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956048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0A5FA"/>
                </a:solidFill>
              </a:rPr>
              <a:t>📷   운영 봇 연계 신청 화면 캡쳐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STEP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API 연결 &amp; 챗봇 방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A5FA"/>
                </a:solidFill>
              </a:rPr>
              <a:t>Knox Developer Center의 API 문서를 참고하여 챗봇 대화방을 생성합니다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1457432" cy="4572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63624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Home  →  Dev Guide  →  메신저   또는   Home  →  Dev Guide  →  Bot  →  시작하기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5394960" cy="1188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53949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94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메신저 Device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06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A5FA"/>
                </a:solidFill>
              </a:rPr>
              <a:t>봇 계정에 Device를 등록합니다.
System ID 와 Access Token 을 사용합니다.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29000"/>
            <a:ext cx="5394960" cy="1188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53949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20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20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대화방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31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A5FA"/>
                </a:solidFill>
              </a:rPr>
              <a:t>등록된 Device 로 챗봇 대화방을 생성합니다.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54880"/>
            <a:ext cx="5394960" cy="11887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754880"/>
            <a:ext cx="539496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846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API 문서 확인 및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257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A5FA"/>
                </a:solidFill>
              </a:rPr>
              <a:t>Messenger API 문서를 참고하여
발신/수신 API 를 개발 서버에 연결합니다.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108192"/>
            <a:ext cx="53949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6108192"/>
            <a:ext cx="54864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163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📎 API 문서: Developer Center에서 Messenger API 문서를 첨부하세요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103120"/>
            <a:ext cx="5760720" cy="4480560"/>
          </a:xfrm>
          <a:prstGeom prst="rect">
            <a:avLst/>
          </a:prstGeom>
          <a:solidFill>
            <a:srgbClr val="1222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0233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0A5FA"/>
                </a:solidFill>
              </a:rPr>
              <a:t>📷   Dev Guide 화면 캡쳐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STEP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A5FA"/>
                </a:solidFill>
              </a:rPr>
              <a:t>궁금한 점이 있을 때 참고하세요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5743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669280" cy="14173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669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709928"/>
            <a:ext cx="548640" cy="5029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0992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09928"/>
            <a:ext cx="4983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문의는 어디에 하나요?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8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Knoxportal@samsung.com 으로 이메일 문의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46120"/>
            <a:ext cx="5669280" cy="141732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56692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55848"/>
            <a:ext cx="548640" cy="502920"/>
          </a:xfrm>
          <a:prstGeom prst="rect">
            <a:avLst/>
          </a:prstGeom>
          <a:solidFill>
            <a:srgbClr val="2D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35584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55848"/>
            <a:ext cx="4983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Knox Support는 어떻게 사용하나요?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4983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Knox Portal 화면 내 프로필 왼편  ❓  → Knox Support 진입
Teams 메뉴에서 검색 및 문의 업로드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600200"/>
            <a:ext cx="5394960" cy="4846320"/>
          </a:xfrm>
          <a:prstGeom prst="rect">
            <a:avLst/>
          </a:prstGeom>
          <a:solidFill>
            <a:srgbClr val="12223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0A5FA"/>
                </a:solidFill>
              </a:rPr>
              <a:t>📷   Knox Support 화면 캡쳐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Knoxportal@samsung.com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77840"/>
            <a:ext cx="5943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54864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632704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💡 Knox Portal 내 물음표(?) 버튼 → Knox Support → Teams 메뉴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