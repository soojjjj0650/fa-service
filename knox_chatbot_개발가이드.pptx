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914400"/>
            <a:ext cx="4572000" cy="54864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1828800"/>
            <a:ext cx="3657600" cy="4114800"/>
          </a:xfrm>
          <a:prstGeom prst="rect">
            <a:avLst/>
          </a:prstGeom>
          <a:solidFill>
            <a:srgbClr val="1A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Knox Messenger
챗봇 개발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A5FA"/>
                </a:solidFill>
              </a:rPr>
              <a:t>봇 등록  ·  방화벽  ·  수신 URL  ·  메시지 API  ·  Adaptive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Step-by-Step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전체 구성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이 순서대로 실습합니다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028" y="1554480"/>
            <a:ext cx="137160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봇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Knox Portal에서
챗봇 생성 &amp; Token 발급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5628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5356" y="1554480"/>
            <a:ext cx="1371600" cy="3474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05356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5356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5356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서버 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5356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Python 서버 구성
(FastAPI/Flask)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6956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6684" y="1554480"/>
            <a:ext cx="137160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86684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6684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6684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방화벽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6684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서버 포트 80
외부 수신 허용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8284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8012" y="1554480"/>
            <a:ext cx="1371600" cy="3474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8012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8012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8012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수신 URL
등록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8012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Knox에 Webhook
URL 등록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9612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9340" y="1554480"/>
            <a:ext cx="137160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9340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9340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934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수신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9340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메시지 받는
POST 엔드포인트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0940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0668" y="1554480"/>
            <a:ext cx="1371600" cy="3474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0668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0668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0668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발신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0668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텍스트 메시지
보내기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2268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11996" y="1554480"/>
            <a:ext cx="137160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11996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11996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1996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1996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파일·PDF
전송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3596" y="2926080"/>
            <a:ext cx="15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93324" y="1554480"/>
            <a:ext cx="1371600" cy="3474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93324" y="15544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93324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93324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Adaptive
Card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93324" y="2971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버튼·입력창
UI 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Knox Portal — 챗봇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Knox Messenger 개발자 포털에서 봇을 생성하고 인증 정보를 발급받습니다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84048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Knox Messenger Portal 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38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https://openapi.samsung.net  (운영)
https://openapi.stage.samsung.net  (스테이지)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7004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챗봇 애플리케이션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358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봇 이름, 설명, 프로필 이미지 설정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673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Access Token 발급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330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API 호출 시 Authorization 헤더에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System ID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3036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메시지 서명/인증에 사용되는 식별자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508760"/>
            <a:ext cx="530352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1508760"/>
            <a:ext cx="5303520" cy="3657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발급되는 인증 정보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920240"/>
            <a:ext cx="5303520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1920240"/>
            <a:ext cx="54864" cy="4297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029968"/>
            <a:ext cx="5074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.env 또는 환경변수에 저장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KNOX_MESSENGER_BASE_URL=https://openapi.samsung.net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KNOX_ACCESS_TOKEN=b0df5ab5-****-****-****-****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KNOX_SYSTEM_ID=KCC10REST04505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KNOX_DEVICE_ID=211055033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스테이지 환경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KNOX_MESSENGER_BASE_URL=https://openapi.stage.samsung.net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KNOX_ACCESS_TOKEN=c5e2b6bd-****-****-****-****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KNOX_DEVICE_ID=21005797091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핵심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왜 방화벽(Port 80)을 열어야 할까?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Knox 서버는 삼성 클라우드(외부)에 있습니다 — 메시지를 받으려면 내 서버 포트를 허용해야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8388" y="1572768"/>
            <a:ext cx="2103120" cy="21945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" y="1572768"/>
            <a:ext cx="21031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" y="166420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" y="2898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0A5FA"/>
                </a:solidFill>
              </a:rPr>
              <a:t>Knox 앱
메시지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1508" y="2322576"/>
            <a:ext cx="713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4740" y="1572768"/>
            <a:ext cx="2103120" cy="2194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740" y="1572768"/>
            <a:ext cx="21031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166420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Knox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2898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0A5FA"/>
                </a:solidFill>
              </a:rPr>
              <a:t>Samsung Cloud
openapi.samsung.net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7860" y="2322576"/>
            <a:ext cx="713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F4444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5372" y="1527048"/>
            <a:ext cx="2194560" cy="2286000"/>
          </a:xfrm>
          <a:prstGeom prst="rect">
            <a:avLst/>
          </a:prstGeom>
          <a:noFill/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51092" y="1572768"/>
            <a:ext cx="2103120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1092" y="1572768"/>
            <a:ext cx="21031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1092" y="166420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1092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방화벽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1092" y="2898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Port 80
반드시 허용!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4212" y="2322576"/>
            <a:ext cx="713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67444" y="1572768"/>
            <a:ext cx="210312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67444" y="1572768"/>
            <a:ext cx="21031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7444" y="166420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내 서버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2898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0A5FA"/>
                </a:solidFill>
              </a:rPr>
              <a:t>Server PC
:80/message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" y="3858768"/>
            <a:ext cx="6775704" cy="347472"/>
          </a:xfrm>
          <a:prstGeom prst="rect">
            <a:avLst/>
          </a:prstGeom>
          <a:solidFill>
            <a:srgbClr val="052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" y="3886200"/>
            <a:ext cx="6684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🌐  외부 네트워크 (Samsung Cloud / 인터넷)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02652" y="3858768"/>
            <a:ext cx="3959352" cy="347472"/>
          </a:xfrm>
          <a:prstGeom prst="rect">
            <a:avLst/>
          </a:prstGeom>
          <a:solidFill>
            <a:srgbClr val="0C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94092" y="3886200"/>
            <a:ext cx="3867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🏢  사내 네트워크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61688"/>
            <a:ext cx="11457432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361688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45312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Knox 서버(외부)  →  방화벽  →  내 서버(내부)  포트 80 인바운드 요청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10328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A5FA"/>
                </a:solidFill>
              </a:rPr>
              <a:t>방화벽에서 TCP 포트 80 인바운드를 허용해야 Knox 메시지를 수신할 수 있습니다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349240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💡  내 서버 IP를 Knox Portal에 Receive URL로 등록합니다  (STEP 04에서 실습)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02 + 03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서버 구성 &amp; 방화벽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Knox가 메시지를 보낼 수 있도록 서버 포트를 열어줍니다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4114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🖥️  서버 구성 (FastAPI 예시)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57784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54864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75688"/>
            <a:ext cx="5349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pip install fastapi uvicorn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from fastapi import FastAPI, Request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app = FastAPI()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@app.post("/message")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async def receive(request: Request):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data = await request.json()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    print(data)  # 수신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return {"status": "ok"}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실행: uvicorn main:app --port 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57784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🔥  방화벽 설정 (Windows)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557784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65960"/>
            <a:ext cx="54864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5349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관리자 PowerShell에서 실행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netsh advfirewall firewall add rule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name="Knox-Chatbot"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protocol=TCP dir=in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localport=80 action=allow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netsh advfirewall firewall show rule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name="Knox-Chatbot"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포트 리스닝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netstat -an | findstr :80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수신 URL (Webhook)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Knox Portal에 서버 주소를 등록하면 메시지가 해당 URL로 전달됩니다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92608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9260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Knox 앱에서
메시지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292608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29260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Knox
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메시지를
봇에 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2926080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554480"/>
            <a:ext cx="29260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645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내 서버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POST /message
수신 처리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Knox Portal API — 수신 URL 등록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77639"/>
            <a:ext cx="114300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977639"/>
            <a:ext cx="54864" cy="2560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87367"/>
            <a:ext cx="11201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PUT  https://openapi.samsung.net/messenger/bot/api/v2.0/bot/chatbot/receive-url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Authorization: Bearer {ACCESS_TOKEN}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System-ID: {SYSTEM_ID}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Content-Type: application/json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"receiveUrl": "http://10.246.9.74:80/message",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"deviceId":   211055033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메시지 수신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Knox가 내 서버로 보내주는 메시지의 형태를 알아봅니다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📥  수신 페이로드 (POST /message)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4864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5349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"msgType":    "TEXT",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"chatMsg":    "SN-12345",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"chatroomId": 987654321,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"sender":     "921475588965797889",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"msgId":      1718000000000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Adaptive Card 수신 시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"msgType":  "ADAPTIVE_CARD",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"chatMsg":  "{\"sn\":\"SN-12345\"}",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"chatroomId": 987654321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⚙️  처리 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54864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29968"/>
            <a:ext cx="5349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@app.post("/message")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async def receive(request: Request):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data = await request.json()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msg_type    = data.get("msgType")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chat_msg    = data.get("chatMsg", "")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chatroom_id = data.get("chatroomId")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if msg_type == "ADAPTIVE_CARD":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    card = json.loads(chat_msg)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    sn   = card.get("sn", "")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else: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    sn = chat_msg.strip()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    # SN으로 분석 파이프라인 실행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await run_analysis(sn, chatroom_id)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return {"status": "ok"}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텍스트 메시지 발신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분석 결과나 안내 메시지를 사용자에게 보냅니다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📤  발신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4864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5349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POST  /messenger/message/api/v2.0/message/chatRequest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Authorization: Bearer {ACCESS_TOKEN}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System-ID: {SYSTEM_ID}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"requestId":  1718000000000,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"chatroomId": 987654321,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"chatMessageParams":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"msgId":   1718000000000,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"msgType":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"chatMsg": "분석이 완료되었습니다.",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"msgTtl":  7200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📋  msgType 종류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482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23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일반 텍스트 메시지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20040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369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파일 첨부 (PDF, ZIP 등)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389120"/>
            <a:ext cx="502920" cy="5029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4256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ADAPTIVE_CARD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버튼·입력 UI 카드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577840"/>
            <a:ext cx="557784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623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💡  chatroomId는 수신 메시지의 chatroomId를 그대로 사용합니다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Media 메시지 — 파일 전송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PDF, ZIP 등 파일을 Knox 파일서버에 업로드 후 메시지로 전송합니다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① 파일 업로드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② 파일 메시지 전송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557784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54864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8"/>
            <a:ext cx="5349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PUT  /messenger/file/api/v2.0/file/v1s/file/{filename}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Content-Type: binary/octet-stream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filename:       r20240610120000.pdf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x-device-id:    {AES256(device_id)}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x-request-time: {AES256(server_time)}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Body: 파일 바이너리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응답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{"download_url": "https://.../{filename}"}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557784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4864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29968"/>
            <a:ext cx="5349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POST  /messenger/message/api/v2.0/message/chatRequest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"chatroomId": 987654321,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"chatMessageParams":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"msgType":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"chatMsg": JSON.stringify({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  "media":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    "extension": "pdf",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    "type":      "file",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    "filename":  "SN12345_analysis.pdf",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    "url":       "{download_url}"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Adaptive Card — 인터랙티브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버튼, 입력창이 있는 카드 형태의 메시지를 보낼 수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🃏  Adaptive Card JSON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4864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5349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"type": "AdaptiveCard",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"body":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{"type":"TextBlock",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 "text":"SN을 입력하세요",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 "size":"Large", "weight":"Bolder"},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{"type":"Input.Text",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 "id":"sn",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   "placeholder":"예) SM-S928N/KOO"}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"actions":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"type":  "Action.Submit",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  "title": "분석 시작"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📤  카드 전송 &amp; 수신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5778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54864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29968"/>
            <a:ext cx="5349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발신 — msgType: ADAPTIVE_CARD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"msgType": "ADAPTIVE_CARD",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"chatMsg": "{카드 JSON 문자열}"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수신 — 사용자가 Submit하면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BCF89"/>
                </a:solidFill>
                <a:latin typeface="Consolas"/>
              </a:rPr>
              <a:t>  "msgType": "ADAPTIVE_CARD",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  "chatMsg": "{\"sn\":\"SM-S928N/KOO\"}"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파싱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data  = json.loads(chat_msg)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sn    = data.get("sn", "")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# → SN으로 분석 실행!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실습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127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097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Knox Portal 접속 → 챗봇 등록 → Access Token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005840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005840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298448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80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097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Python 서버 생성 → POST /message 엔드포인트 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67712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67712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42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359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72491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방화벽 포트 80 오픈 → 외부에서 접속 테스트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267712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267712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542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359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72491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Knox Portal에 수신 URL 등록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529584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822192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8039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6210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398678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Knox 앱에서 봇 찾아서 메시지 전송 → 서버 로그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29584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529584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3822192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8039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6210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398678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텍스트 답장 발신 API 호출 → 챗봇 응답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91456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791456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084064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0657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4882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24865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PDF 파일 업로드 → Media 메시지 전송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791456"/>
            <a:ext cx="5760720" cy="10515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4791456"/>
            <a:ext cx="9144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5120" y="5084064"/>
            <a:ext cx="384048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50657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882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524865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Adaptive Card 전송 → SN 입력 → 수신 처리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4114800" cy="5029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2286000"/>
            <a:ext cx="3200400" cy="3657600"/>
          </a:xfrm>
          <a:prstGeom prst="rect">
            <a:avLst/>
          </a:prstGeom>
          <a:solidFill>
            <a:srgbClr val="1A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</a:rPr>
              <a:t>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Knox 챗봇 완성!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A5FA"/>
                </a:solidFill>
              </a:rPr>
              <a:t>봇 등록  →  방화벽  →  수신 URL  →  발신 API  →  Adaptive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메시지 수신: POST /message (msgType, chatMsg, chatroomId)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메시지 발신: POST /chatRequest (msgType 0=텍스트, 1=파일)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Adaptive Card: msgType=ADAPTIVE_CARD, chatMsg=JSON 문자열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